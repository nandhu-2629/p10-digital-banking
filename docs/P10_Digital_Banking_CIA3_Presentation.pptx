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P10 – Digital Banking Account &amp; Transaction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CIA-3 • Advanced JavaScript Backend Frameworks</a:t>
            </a:r>
          </a:p>
          <a:p>
            <a:pPr>
              <a:defRPr sz="2200"/>
            </a:pPr>
            <a:r>
              <a:t>Team: &lt;TEAM MEMBERS&gt;</a:t>
            </a:r>
          </a:p>
          <a:p>
            <a:pPr>
              <a:defRPr sz="2200"/>
            </a:pPr>
            <a:r>
              <a:t>GitHub: &lt;REPOSITORY LINK&gt;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Provide a simplified core-banking backend for account onboarding and transactions.</a:t>
            </a:r>
          </a:p>
          <a:p>
            <a:pPr>
              <a:defRPr sz="2200"/>
            </a:pPr>
            <a:r>
              <a:t>Customers need secure account access, beneficiaries, transfers and statements.</a:t>
            </a:r>
          </a:p>
          <a:p>
            <a:pPr>
              <a:defRPr sz="2200"/>
            </a:pPr>
            <a:r>
              <a:t>Bank staff need approval, freeze and suspicious-transaction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Implement 13 working functional modules.</a:t>
            </a:r>
          </a:p>
          <a:p>
            <a:pPr>
              <a:defRPr sz="2200"/>
            </a:pPr>
            <a:r>
              <a:t>Use MongoDB + Mongoose with sensible relationships and indexes.</a:t>
            </a:r>
          </a:p>
          <a:p>
            <a:pPr>
              <a:defRPr sz="2200"/>
            </a:pPr>
            <a:r>
              <a:t>Apply JWT, bcrypt, validation, RBAC and centralized error handling.</a:t>
            </a:r>
          </a:p>
          <a:p>
            <a:pPr>
              <a:defRPr sz="2200"/>
            </a:pPr>
            <a:r>
              <a:t>Demonstrate APIs through Postman.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Postman / Optional Frontend</a:t>
            </a:r>
          </a:p>
          <a:p>
            <a:pPr>
              <a:defRPr sz="2200"/>
            </a:pPr>
            <a:r>
              <a:t>→ Express Routes → Validation Middleware → JWT/RBAC</a:t>
            </a:r>
          </a:p>
          <a:p>
            <a:pPr>
              <a:defRPr sz="2200"/>
            </a:pPr>
            <a:r>
              <a:t>→ Controllers / Business Logic → Mongoose → MongoDB Atlas</a:t>
            </a:r>
          </a:p>
          <a:p>
            <a:pPr>
              <a:defRPr sz="2200"/>
            </a:pPr>
            <a:r>
              <a:t>Centralized error handler returns consistent JSON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Modules –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Customer Onboarding &amp; KYC Capture</a:t>
            </a:r>
          </a:p>
          <a:p>
            <a:pPr>
              <a:defRPr sz="2200"/>
            </a:pPr>
            <a:r>
              <a:t>3. Account Management</a:t>
            </a:r>
          </a:p>
          <a:p>
            <a:pPr>
              <a:defRPr sz="2200"/>
            </a:pPr>
            <a:r>
              <a:t>4. Beneficiary Management</a:t>
            </a:r>
          </a:p>
          <a:p>
            <a:pPr>
              <a:defRPr sz="2200"/>
            </a:pPr>
            <a:r>
              <a:t>5. Fund Transfer Engine</a:t>
            </a:r>
          </a:p>
          <a:p>
            <a:pPr>
              <a:defRPr sz="2200"/>
            </a:pPr>
            <a:r>
              <a:t>6. Transaction Ledger</a:t>
            </a:r>
          </a:p>
          <a:p>
            <a:pPr>
              <a:defRPr sz="2200"/>
            </a:pPr>
            <a:r>
              <a:t>7. Account Statement Generation</a:t>
            </a:r>
          </a:p>
          <a:p>
            <a:pPr>
              <a:defRPr sz="2200"/>
            </a:pPr>
            <a:r>
              <a:t>8. Minimum Balance &amp; Limits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Modules – Staff/Admin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2. Account Approval Workflow</a:t>
            </a:r>
          </a:p>
          <a:p>
            <a:pPr>
              <a:defRPr sz="2200"/>
            </a:pPr>
            <a:r>
              <a:t>9. Suspicious Transaction Flagging</a:t>
            </a:r>
          </a:p>
          <a:p>
            <a:pPr>
              <a:defRPr sz="2200"/>
            </a:pPr>
            <a:r>
              <a:t>10. Account Freeze/Unfreeze</a:t>
            </a:r>
          </a:p>
          <a:p>
            <a:pPr>
              <a:defRPr sz="2200"/>
            </a:pPr>
            <a:r>
              <a:t>11. Interest Calculation Job Logic</a:t>
            </a:r>
          </a:p>
          <a:p>
            <a:pPr>
              <a:defRPr sz="2200"/>
            </a:pPr>
            <a:r>
              <a:t>12. Staff Monitoring Dashboard</a:t>
            </a:r>
          </a:p>
          <a:p>
            <a:pPr>
              <a:defRPr sz="2200"/>
            </a:pPr>
            <a:r>
              <a:t>13. Role-Based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Collection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users → accounts → beneficiaries</a:t>
            </a:r>
          </a:p>
          <a:p>
            <a:pPr>
              <a:defRPr sz="2200"/>
            </a:pPr>
            <a:r>
              <a:t>accounts → transactions</a:t>
            </a:r>
          </a:p>
          <a:p>
            <a:pPr>
              <a:defRPr sz="2200"/>
            </a:pPr>
            <a:r>
              <a:t>accounts → approvals; approvals → staff user</a:t>
            </a:r>
          </a:p>
          <a:p>
            <a:pPr>
              <a:defRPr sz="2200"/>
            </a:pPr>
            <a:r>
              <a:t>Indexes: users.email, accounts.userId, beneficiaries.accountId, transactions.accountId, approvals.accountId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Passwords: bcrypt hashes only.</a:t>
            </a:r>
          </a:p>
          <a:p>
            <a:pPr>
              <a:defRPr sz="2200"/>
            </a:pPr>
            <a:r>
              <a:t>JWT Bearer token for protected routes.</a:t>
            </a:r>
          </a:p>
          <a:p>
            <a:pPr>
              <a:defRPr sz="2200"/>
            </a:pPr>
            <a:r>
              <a:t>Role authorization: customer / bank_staff / admin.</a:t>
            </a:r>
          </a:p>
          <a:p>
            <a:pPr>
              <a:defRPr sz="2200"/>
            </a:pPr>
            <a:r>
              <a:t>Ownership checks prevent cross-customer access.</a:t>
            </a:r>
          </a:p>
          <a:p>
            <a:pPr>
              <a:defRPr sz="2200"/>
            </a:pPr>
            <a:r>
              <a:t>.env stores DB URI, JWT secret and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Transfer Business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Source and destination accounts must be active.</a:t>
            </a:r>
          </a:p>
          <a:p>
            <a:pPr>
              <a:defRPr sz="2200"/>
            </a:pPr>
            <a:r>
              <a:t>External destination must be a trusted beneficiary.</a:t>
            </a:r>
          </a:p>
          <a:p>
            <a:pPr>
              <a:defRPr sz="2200"/>
            </a:pPr>
            <a:r>
              <a:t>Minimum balance and daily transfer limits are enforced.</a:t>
            </a:r>
          </a:p>
          <a:p>
            <a:pPr>
              <a:defRPr sz="2200"/>
            </a:pPr>
            <a:r>
              <a:t>Source debit + destination credit use a MongoDB transaction.</a:t>
            </a:r>
          </a:p>
          <a:p>
            <a:pPr>
              <a:defRPr sz="2200"/>
            </a:pPr>
            <a:r>
              <a:t>Large transactions are automatically flagged.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Postman API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Register → Login → Staff Approval</a:t>
            </a:r>
          </a:p>
          <a:p>
            <a:pPr>
              <a:defRPr sz="2200"/>
            </a:pPr>
            <a:r>
              <a:t>Deposit → Add Beneficiary → Transfer</a:t>
            </a:r>
          </a:p>
          <a:p>
            <a:pPr>
              <a:defRPr sz="2200"/>
            </a:pPr>
            <a:r>
              <a:t>Ledger → Statement → Flagged Transactions</a:t>
            </a:r>
          </a:p>
          <a:p>
            <a:pPr>
              <a:defRPr sz="2200"/>
            </a:pPr>
            <a:r>
              <a:t>Freeze/Unfreeze → Interest Job</a:t>
            </a:r>
          </a:p>
          <a:p>
            <a:pPr>
              <a:defRPr sz="2200"/>
            </a:pPr>
            <a:r>
              <a:t>[INSERT YOUR POSTMAN SCREENSHOTS]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Testing, 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Tested validation, 401/403 authorization, 404 IDs and 409 business-rule conflicts.</a:t>
            </a:r>
          </a:p>
          <a:p>
            <a:pPr>
              <a:defRPr sz="2200"/>
            </a:pPr>
            <a:r>
              <a:t>Challenge: consistent money movement → MongoDB transaction.</a:t>
            </a:r>
          </a:p>
          <a:p>
            <a:pPr>
              <a:defRPr sz="2200"/>
            </a:pPr>
            <a:r>
              <a:t>Challenge: backend security → JWT + bcrypt + RBAC.</a:t>
            </a:r>
          </a:p>
          <a:p>
            <a:pPr>
              <a:defRPr sz="2200"/>
            </a:pPr>
            <a:r>
              <a:t>Learning: MVC separation, Mongoose modelling, API testing and business-rule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All 13 required modules are implemented in the backend.</a:t>
            </a:r>
          </a:p>
          <a:p>
            <a:pPr>
              <a:defRPr sz="2200"/>
            </a:pPr>
            <a:r>
              <a:t>The project follows the required Node.js + Express + MongoDB stack.</a:t>
            </a:r>
          </a:p>
          <a:p>
            <a:pPr>
              <a:defRPr sz="2200"/>
            </a:pPr>
            <a:r>
              <a:t>README, Postman collection and submission templates are included.</a:t>
            </a:r>
          </a:p>
          <a:p>
            <a:pPr>
              <a:defRPr sz="2200"/>
            </a:pPr>
            <a:r>
              <a:t>Thank You 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